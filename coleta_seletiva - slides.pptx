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63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769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229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♻️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383280" y="9144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Coleta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Seletiva Escolar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383280" y="2743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programação com impacto ambiental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347472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40916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ODS 11 • Cidades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40680" y="347472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40916C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ODS 12 • Consumo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4C69D"/>
                </a:solidFill>
              </a:rPr>
              <a:t>UC30 — Lógica de Programação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SITUAÇÃO-PROBLEMA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200400"/>
          </a:xfrm>
          <a:prstGeom prst="rect">
            <a:avLst/>
          </a:prstGeom>
          <a:solidFill>
            <a:srgbClr val="E9F5EE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🚮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Falta de controle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registro de quem recicla ou quanto foi coletado.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3200400"/>
          </a:xfrm>
          <a:prstGeom prst="rect">
            <a:avLst/>
          </a:prstGeom>
          <a:solidFill>
            <a:srgbClr val="2D6A4F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417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😕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4612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Baixo engajamento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não têm incentivo para participar da reciclagem.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E9F5EE"/>
          </a:solidFill>
          <a:ln w="12700">
            <a:solidFill>
              <a:srgbClr val="74C69D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417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metas visíveis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8346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escola não acompanha o progresso coletivo de coleta.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7824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0916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DO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solidFill>
            <a:srgbClr val="E9F5EE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sistema em Python que registre entregas de materiais recicláveis, pontue participantes, exiba ranking e acompanhe a meta coletiva da escola.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4114800" cy="594360"/>
          </a:xfrm>
          <a:prstGeom prst="rect">
            <a:avLst/>
          </a:prstGeom>
          <a:solidFill>
            <a:srgbClr val="F0FA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Entrada de dados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material e peso kg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4114800" cy="594360"/>
          </a:xfrm>
          <a:prstGeom prst="rect">
            <a:avLst/>
          </a:prstGeom>
          <a:solidFill>
            <a:srgbClr val="F0FAF4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Processamento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286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pontos por material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443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Saída de dados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9443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Listagem, ranking e progresso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944368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9443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Validação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9443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inválidas são rejeitadas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ODS: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5661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E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ODS 11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e Comunidades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Sustentáveis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promove hábitos sustentáveis dentro da escola, transformando a comunidade escolar num exemplo de gestão de resíduos.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515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7E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ODS 12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 Produção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educa sobre tipos de materiais recicláveis e incentiva o descarte correto, reduzindo resíduos sólidos gerados pela escola.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ACESSIBILIDADE &amp; INCLUSÃO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097280"/>
          </a:xfrm>
          <a:prstGeom prst="rect">
            <a:avLst/>
          </a:prstGeom>
          <a:solidFill>
            <a:srgbClr val="E9F5EE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733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em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aparelho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sem necessidade de mouse ou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específica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114800" cy="1097280"/>
          </a:xfrm>
          <a:prstGeom prst="rect">
            <a:avLst/>
          </a:prstGeom>
          <a:solidFill>
            <a:srgbClr val="E9F5EE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3444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Mensagens claras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16733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explicados em linguagem simples. O usuário sempre sabe o que errou e como corrigir.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6888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Inclusão social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9077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aluno pode participar: basta ter o material reciclável. Não exige conhecimento de tecnologia.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46888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5603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Educação ambiental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290779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de reciclagem incorporadas ao sistema ensinam enquanto o usuário interage.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42585" y="3703320"/>
            <a:ext cx="4114800" cy="1097280"/>
          </a:xfrm>
          <a:prstGeom prst="rect">
            <a:avLst/>
          </a:prstGeom>
          <a:solidFill>
            <a:srgbClr val="E9F5EE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8491" y="37033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351895" y="37947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1902" y="414223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pontos motiva a participação de todos, incluindo alunos com dificuldades de engajamento.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♻️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projeto demonstra que a lógica de </a:t>
            </a:r>
            <a:r>
              <a:rPr lang="en-US" sz="1500" dirty="0" err="1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r>
              <a:rPr lang="en-US" sz="1500" dirty="0"/>
              <a:t> </a:t>
            </a:r>
            <a:r>
              <a:rPr lang="en-US" sz="1500" dirty="0" err="1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 apenas para </a:t>
            </a:r>
            <a:r>
              <a:rPr lang="en-US" sz="1500" dirty="0" err="1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</a:t>
            </a: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dados, mas </a:t>
            </a:r>
            <a:r>
              <a:rPr lang="en-US" sz="1500" dirty="0" err="1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</a:t>
            </a: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</a:t>
            </a: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coisa</a:t>
            </a: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500" dirty="0" err="1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</a:t>
            </a: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n-US" sz="15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UC30  •  Sistema de Coleta </a:t>
            </a:r>
            <a:r>
              <a:rPr lang="en-US" sz="1100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Seletiva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314</Words>
  <Application>Microsoft Office PowerPoint</Application>
  <PresentationFormat>Apresentação na tela (16:9)</PresentationFormat>
  <Paragraphs>63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Coleta Seletiva Escolar</dc:title>
  <dc:subject>PptxGenJS Presentation</dc:subject>
  <dc:creator>PptxGenJS</dc:creator>
  <cp:lastModifiedBy>GABRIEL ROBERTO MEDEIROS DE OLIVEIRA GOMES</cp:lastModifiedBy>
  <cp:revision>4</cp:revision>
  <dcterms:created xsi:type="dcterms:W3CDTF">2026-04-22T18:16:30Z</dcterms:created>
  <dcterms:modified xsi:type="dcterms:W3CDTF">2026-04-23T13:58:55Z</dcterms:modified>
</cp:coreProperties>
</file>